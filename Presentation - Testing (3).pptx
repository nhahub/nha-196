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K Grotesk Semi-Bold" charset="1" panose="00000700000000000000"/>
      <p:regular r:id="rId20"/>
    </p:embeddedFont>
    <p:embeddedFont>
      <p:font typeface="HK Grotesk" charset="1" panose="00000500000000000000"/>
      <p:regular r:id="rId21"/>
    </p:embeddedFont>
    <p:embeddedFont>
      <p:font typeface="Noto Serif Display ExtraCondensed Light" charset="1" panose="02020406080505020204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E0E6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RadioBrowser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040630"/>
            <a:ext cx="6886575" cy="4522470"/>
            <a:chOff x="0" y="0"/>
            <a:chExt cx="9182100" cy="60299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794760"/>
              <a:ext cx="9182100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Comprehensive Overview of Testing Efforts by Momen Mohamed, Abdelrahman Osama, Abdelrahman Rady, Mohamed Hesham, Martin Maher, and Blair Yousry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6700"/>
              <a:ext cx="9182100" cy="265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400"/>
                </a:lnSpc>
              </a:pPr>
              <a:r>
                <a:rPr lang="en-US" sz="14400" spc="-288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Testing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038600"/>
            <a:ext cx="12639675" cy="2209800"/>
            <a:chOff x="0" y="0"/>
            <a:chExt cx="16852900" cy="2946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168529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Introduction to Testing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7600"/>
              <a:ext cx="168529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Establishing the foundation for RadioBrowser quality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267075"/>
            <a:chOff x="0" y="0"/>
            <a:chExt cx="5346700" cy="4356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Test Cases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311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223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test cases conducted focused on </a:t>
              </a:r>
              <a:r>
                <a:rPr lang="en-US" b="true" sz="2235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functionality and usability</a:t>
              </a:r>
              <a:r>
                <a:rPr lang="en-US" sz="223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ensuring a comprehensive evaluation of RadioBrowser's features and performance across various user scenarios and configurations.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95650"/>
            <a:chOff x="0" y="0"/>
            <a:chExt cx="5346700" cy="439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Automation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11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223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Automation efforts streamlined the testing process by integrating tools like Selenium, enabling faster execution of repetitive tests and enhancing overall testing reliability and efficiency in feedback loops.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67075"/>
            <a:chOff x="0" y="0"/>
            <a:chExt cx="5346700" cy="4356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API Testing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11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223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API testing was essential to validate </a:t>
              </a:r>
              <a:r>
                <a:rPr lang="en-US" b="true" sz="2235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functionality, performance, and security</a:t>
              </a:r>
              <a:r>
                <a:rPr lang="en-US" sz="223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utilizing tools such as Postman to ensure that all endpoints function correctly and meet required quality standards.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Key Aspects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Overview of RadioBrowser Testing Efforts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29125"/>
            <a:ext cx="126396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Test Cases Overview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66750" y="5711190"/>
            <a:ext cx="126396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E0E6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By Momen Mohamed &amp; Abdelrahman Osama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333750"/>
            <a:chOff x="0" y="0"/>
            <a:chExt cx="5346700" cy="4445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Design Approach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29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test case design approach emphasizes thoroughness and adaptability, ensuring comprehensive coverage of all key functional areas while adhering to industry standards and best practices.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362325"/>
            <a:chOff x="0" y="0"/>
            <a:chExt cx="5346700" cy="4483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Coverage Focus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29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focus on critical functionality, usability, performance, and edge cases to identify potential weaknesses, ensuring that every aspect of RadioBrowser is rigorously tested and verified.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333750"/>
            <a:chOff x="0" y="0"/>
            <a:chExt cx="5346700" cy="4445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Scenarios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2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4"/>
                </a:lnSpc>
                <a:spcBef>
                  <a:spcPct val="0"/>
                </a:spcBef>
              </a:pPr>
              <a:r>
                <a:rPr lang="en-US" sz="2295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Executed test scenarios encompass user interactions, system performance under load, and edge case handling, providing a robust validation of RadioBrowser's overall reliability and user experience.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Test Case Design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Methodology and Coverage Focus Areas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705100"/>
            <a:chOff x="0" y="0"/>
            <a:chExt cx="9182100" cy="360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Issues Found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During the testing phase, several </a:t>
              </a:r>
              <a:r>
                <a:rPr lang="en-US" b="true" sz="2400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critical bugs</a:t>
              </a: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were identified, impacting user functionality. Most notable were issues concerning stream interruptions and user interface inconsistencies that required immediate attention.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Test Counts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total of 150 test cases were executed, with </a:t>
              </a:r>
              <a:r>
                <a:rPr lang="en-US" b="true" sz="2400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120 passing successfully</a:t>
              </a: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 The team focused on thorough coverage, ensuring the remaining cases were addressed quickly to enhance overall product quality.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Summary of Results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Issues Found and Test Outcomes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29125"/>
            <a:ext cx="126396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Automation 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543413" y="5701665"/>
            <a:ext cx="888634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E0E6F1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By Abdelrahman  Rady &amp; Mohamed Hesham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Automation Tools for RadioBrowser Testing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90714" y="2153186"/>
            <a:ext cx="6621381" cy="3580555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602078" y="6418102"/>
            <a:ext cx="6210017" cy="2508262"/>
            <a:chOff x="0" y="0"/>
            <a:chExt cx="8280022" cy="33443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49618"/>
              <a:ext cx="8280022" cy="1494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60"/>
                </a:lnSpc>
              </a:pPr>
              <a:r>
                <a:rPr lang="en-US" sz="3716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 open-source tool for automated web testing.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8280022" cy="874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</a:pPr>
              <a:r>
                <a:rPr lang="en-US" b="true" sz="4336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Selenium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2457450"/>
            <a:ext cx="9763125" cy="1618405"/>
            <a:chOff x="0" y="0"/>
            <a:chExt cx="13017500" cy="21578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Time Savings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2674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Automation has significantly reduced testing time, allowing teams to focus on more complex tasks and enhancements.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58125" y="4781128"/>
            <a:ext cx="9763125" cy="1619250"/>
            <a:chOff x="0" y="0"/>
            <a:chExt cx="130175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Regression Coverage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Automated tests ensure consistent regression coverage, catching bugs earlier and improving overall product stability during updates.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7105650"/>
            <a:ext cx="9763125" cy="1619250"/>
            <a:chOff x="0" y="0"/>
            <a:chExt cx="13017500" cy="21590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Reliability Improvements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Increased reliability of tests has led to fewer false positives, enhancing confidence in the testing process and results.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1743920"/>
            <a:ext cx="5448300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Automation Benefits and Challenges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29125"/>
            <a:ext cx="126396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API Testing Overview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318629" y="5815965"/>
            <a:ext cx="7335917" cy="69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  <a:spcBef>
                <a:spcPct val="0"/>
              </a:spcBef>
            </a:pPr>
            <a:r>
              <a:rPr lang="en-US" sz="5299" spc="-105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By Martin Maher &amp; Blair Yousry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2457450"/>
            <a:ext cx="9763125" cy="1618405"/>
            <a:chOff x="0" y="0"/>
            <a:chExt cx="13017500" cy="21578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Functionality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2674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Ensured that all API endpoints perform as expected, returning accurate data in response to various requests.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58125" y="5143078"/>
            <a:ext cx="9763125" cy="1618828"/>
            <a:chOff x="0" y="0"/>
            <a:chExt cx="13017500" cy="215843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Security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237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Conducted tests to verify that all sensitive data is properly encrypted and protected against unauthorized access.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1743920"/>
            <a:ext cx="5448300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API Testing Objectives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245920" y="2580376"/>
            <a:ext cx="3085778" cy="3085778"/>
          </a:xfrm>
          <a:custGeom>
            <a:avLst/>
            <a:gdLst/>
            <a:ahLst/>
            <a:cxnLst/>
            <a:rect r="r" b="b" t="t" l="l"/>
            <a:pathLst>
              <a:path h="3085778" w="3085778">
                <a:moveTo>
                  <a:pt x="0" y="0"/>
                </a:moveTo>
                <a:lnTo>
                  <a:pt x="3085778" y="0"/>
                </a:lnTo>
                <a:lnTo>
                  <a:pt x="3085778" y="3085778"/>
                </a:lnTo>
                <a:lnTo>
                  <a:pt x="0" y="308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Tools and Integration Strategies for API Testing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835549" y="6683585"/>
            <a:ext cx="4830072" cy="1950894"/>
            <a:chOff x="0" y="0"/>
            <a:chExt cx="6440096" cy="260119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38610"/>
              <a:ext cx="6440096" cy="1162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68"/>
                </a:lnSpc>
              </a:pPr>
              <a:r>
                <a:rPr lang="en-US" sz="289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versatile tool for API development and testing.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6440096" cy="673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47"/>
                </a:lnSpc>
              </a:pPr>
              <a:r>
                <a:rPr lang="en-US" b="true" sz="3372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Postman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429125"/>
            <a:ext cx="1263967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0E6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Conclusion and Next Steps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343150"/>
            <a:chOff x="0" y="0"/>
            <a:chExt cx="9182100" cy="3124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Collaboration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Strong teamwork</a:t>
              </a: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across testing teams has led to comprehensive coverage and insights. The synergy created ensures that RadioBrowser remains reliable and user-friendly for all stakeholders.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Continuous Improvement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Ongoing </a:t>
              </a:r>
              <a:r>
                <a:rPr lang="en-US" b="true" sz="2400" strike="noStrike" u="none">
                  <a:solidFill>
                    <a:srgbClr val="E0E6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testing excellence</a:t>
              </a:r>
              <a:r>
                <a:rPr lang="en-US" sz="2400" strike="noStrike" u="none">
                  <a:solidFill>
                    <a:srgbClr val="E0E6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is vital for future releases. Regular updates and iterative testing strategies will help enhance the product's quality and performance, meeting users' evolving needs.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0E6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Conclusion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E0E6F1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Takeaways and Recommendations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0E6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Testing</dc:description>
  <dc:identifier>DAG7OKXrZHM</dc:identifier>
  <dcterms:modified xsi:type="dcterms:W3CDTF">2011-08-01T06:04:30Z</dcterms:modified>
  <cp:revision>1</cp:revision>
  <dc:title>Presentation - Testing</dc:title>
</cp:coreProperties>
</file>